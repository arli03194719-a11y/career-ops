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页个人求职介绍的待填写模板，方括号中的文字都是需要替换的字段，并不代表你的实际履历。先填入姓名、目标岗位和专业方向，再用一句话说明你希望为团队创造什么价值；在“关于我”中补充经验年限或专业背景，以及所在城市和求职意向。</a:t>
            </a:r>
          </a:p>
          <a:p>
            <a:pPr/>
            <a:endParaRPr lang="zh-CN" dirty="0"/>
          </a:p>
          <a:p>
            <a:pPr/>
            <a:r>
              <a:rPr lang="zh-CN" dirty="0"/>
              <a:t>“我能带来什么”保留三项最有岗位相关性的优势：最擅长解决的问题、熟练使用的工具或方法，以及协作和交付能力。每项都尽量用具体场景解释，避免只写空泛的形容词。</a:t>
            </a:r>
          </a:p>
          <a:p>
            <a:pPr/>
            <a:endParaRPr lang="zh-CN" dirty="0"/>
          </a:p>
          <a:p>
            <a:pPr/>
            <a:r>
              <a:rPr lang="zh-CN" dirty="0"/>
              <a:t>“代表成果”选择两项真实项目或经历，分别写清项目名称、你采取的关键行动和最终结果或影响。如果有可核验的数字，优先使用真实数字；没有数字时，可以说明效率、质量或业务流程发生了什么变化。最后补充邮箱、电话或微信，以及作品集或个人主页；正式使用时，可以删掉“待填写模板”的提示。口头介绍按职业定位、三项优势、两项成果和后续联系的顺序展开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areer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areer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5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dentity-field"/>
          <p:cNvSpPr/>
          <p:nvPr/>
        </p:nvSpPr>
        <p:spPr>
          <a:xfrm>
            <a:off x="0" y="0"/>
            <a:ext cx="4038600" cy="60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ntact-field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intro-kicker"/>
          <p:cNvGrpSpPr/>
          <p:nvPr/>
        </p:nvGrpSpPr>
        <p:grpSpPr>
          <a:xfrm>
            <a:off x="449580" y="466725"/>
            <a:ext cx="1226820" cy="477520"/>
            <a:chOff x="449580" y="466725"/>
            <a:chExt cx="1226820" cy="477520"/>
          </a:xfrm>
        </p:grpSpPr>
        <p:sp>
          <p:nvSpPr>
            <p:cNvPr id="4" name="Rectangle 4"/>
            <p:cNvSpPr/>
            <p:nvPr/>
          </p:nvSpPr>
          <p:spPr>
            <a:xfrm>
              <a:off x="457200" y="466725"/>
              <a:ext cx="3429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49580" y="6508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个人求职介绍</a:t>
              </a:r>
            </a:p>
          </p:txBody>
        </p:sp>
      </p:grpSp>
      <p:grpSp>
        <p:nvGrpSpPr>
          <p:cNvPr id="8" name="candidate-name"/>
          <p:cNvGrpSpPr/>
          <p:nvPr/>
        </p:nvGrpSpPr>
        <p:grpSpPr>
          <a:xfrm>
            <a:off x="438150" y="1397000"/>
            <a:ext cx="3160947" cy="876300"/>
            <a:chOff x="438150" y="1397000"/>
            <a:chExt cx="3160947" cy="876300"/>
          </a:xfrm>
        </p:grpSpPr>
        <p:sp>
          <p:nvSpPr>
            <p:cNvPr id="7" name="TextBox 7"/>
            <p:cNvSpPr txBox="1"/>
            <p:nvPr/>
          </p:nvSpPr>
          <p:spPr>
            <a:xfrm>
              <a:off x="438150" y="1397000"/>
              <a:ext cx="316094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6F5F0"/>
                  </a:solidFill>
                  <a:latin typeface="+mn-lt"/>
                  <a:ea typeface="+mn-ea"/>
                  <a:cs typeface="+mn-cs"/>
                </a:rPr>
                <a:t>[你的姓名]</a:t>
              </a:r>
            </a:p>
          </p:txBody>
        </p:sp>
      </p:grpSp>
      <p:grpSp>
        <p:nvGrpSpPr>
          <p:cNvPr id="10" name="target-role"/>
          <p:cNvGrpSpPr/>
          <p:nvPr/>
        </p:nvGrpSpPr>
        <p:grpSpPr>
          <a:xfrm>
            <a:off x="445770" y="2492375"/>
            <a:ext cx="3161609" cy="440055"/>
            <a:chOff x="445770" y="2492375"/>
            <a:chExt cx="3161609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445770" y="2492375"/>
              <a:ext cx="31616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[目标岗位 / 专业方向]</a:t>
              </a:r>
            </a:p>
          </p:txBody>
        </p:sp>
      </p:grpSp>
      <p:grpSp>
        <p:nvGrpSpPr>
          <p:cNvPr id="12" name="value-statement"/>
          <p:cNvGrpSpPr/>
          <p:nvPr/>
        </p:nvGrpSpPr>
        <p:grpSpPr>
          <a:xfrm>
            <a:off x="448056" y="3289300"/>
            <a:ext cx="2950312" cy="352044"/>
            <a:chOff x="448056" y="3289300"/>
            <a:chExt cx="2950312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448056" y="3289300"/>
              <a:ext cx="2950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F5F0"/>
                  </a:solidFill>
                  <a:latin typeface="+mn-lt"/>
                  <a:ea typeface="+mn-ea"/>
                  <a:cs typeface="+mn-cs"/>
                </a:rPr>
                <a:t>[一句话介绍你的职业价值]</a:t>
              </a:r>
            </a:p>
          </p:txBody>
        </p:sp>
      </p:grpSp>
      <p:grpSp>
        <p:nvGrpSpPr>
          <p:cNvPr id="16" name="personal-background"/>
          <p:cNvGrpSpPr/>
          <p:nvPr/>
        </p:nvGrpSpPr>
        <p:grpSpPr>
          <a:xfrm>
            <a:off x="448056" y="4375150"/>
            <a:ext cx="2502027" cy="1237869"/>
            <a:chOff x="448056" y="4375150"/>
            <a:chExt cx="2502027" cy="1237869"/>
          </a:xfrm>
        </p:grpSpPr>
        <p:sp>
          <p:nvSpPr>
            <p:cNvPr id="13" name="TextBox 13"/>
            <p:cNvSpPr txBox="1"/>
            <p:nvPr/>
          </p:nvSpPr>
          <p:spPr>
            <a:xfrm>
              <a:off x="449580" y="43751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关于我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8056" y="4803775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F5F0"/>
                  </a:solidFill>
                  <a:latin typeface="+mn-lt"/>
                  <a:ea typeface="+mn-ea"/>
                  <a:cs typeface="+mn-cs"/>
                </a:rPr>
                <a:t>[经验年限 / 专业背景]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5260975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F5F0"/>
                  </a:solidFill>
                  <a:latin typeface="+mn-lt"/>
                  <a:ea typeface="+mn-ea"/>
                  <a:cs typeface="+mn-cs"/>
                </a:rPr>
                <a:t>[所在城市 / 求职意向]</a:t>
              </a:r>
            </a:p>
          </p:txBody>
        </p:sp>
      </p:grpSp>
      <p:grpSp>
        <p:nvGrpSpPr>
          <p:cNvPr id="19" name="strengths-header"/>
          <p:cNvGrpSpPr/>
          <p:nvPr/>
        </p:nvGrpSpPr>
        <p:grpSpPr>
          <a:xfrm>
            <a:off x="4485132" y="536575"/>
            <a:ext cx="7107174" cy="410718"/>
            <a:chOff x="4485132" y="536575"/>
            <a:chExt cx="7107174" cy="410718"/>
          </a:xfrm>
        </p:grpSpPr>
        <p:sp>
          <p:nvSpPr>
            <p:cNvPr id="17" name="TextBox 17"/>
            <p:cNvSpPr txBox="1"/>
            <p:nvPr/>
          </p:nvSpPr>
          <p:spPr>
            <a:xfrm>
              <a:off x="4485132" y="5365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我能带来什么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51642" y="596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优势概览</a:t>
              </a:r>
            </a:p>
          </p:txBody>
        </p:sp>
      </p:grpSp>
      <p:grpSp>
        <p:nvGrpSpPr>
          <p:cNvPr id="24" name="strength-capability"/>
          <p:cNvGrpSpPr/>
          <p:nvPr/>
        </p:nvGrpSpPr>
        <p:grpSpPr>
          <a:xfrm>
            <a:off x="4487418" y="1060450"/>
            <a:ext cx="7237857" cy="657733"/>
            <a:chOff x="4487418" y="1060450"/>
            <a:chExt cx="7237857" cy="657733"/>
          </a:xfrm>
        </p:grpSpPr>
        <p:sp>
          <p:nvSpPr>
            <p:cNvPr id="20" name="TextBox 20"/>
            <p:cNvSpPr txBox="1"/>
            <p:nvPr/>
          </p:nvSpPr>
          <p:spPr>
            <a:xfrm>
              <a:off x="4487418" y="1120775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37582" y="1060450"/>
              <a:ext cx="14786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[核心能力]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1392" y="1454150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[最擅长解决的问题]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495800" y="1704975"/>
              <a:ext cx="7229475" cy="9525"/>
            </a:xfrm>
            <a:custGeom>
              <a:avLst/>
              <a:gdLst/>
              <a:ahLst/>
              <a:cxnLst/>
              <a:rect l="l" t="t" r="r" b="b"/>
              <a:pathLst>
                <a:path w="7229475" h="9525">
                  <a:moveTo>
                    <a:pt x="0" y="0"/>
                  </a:moveTo>
                  <a:lnTo>
                    <a:pt x="72294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strength-method"/>
          <p:cNvGrpSpPr/>
          <p:nvPr/>
        </p:nvGrpSpPr>
        <p:grpSpPr>
          <a:xfrm>
            <a:off x="4487418" y="1841500"/>
            <a:ext cx="7237857" cy="657733"/>
            <a:chOff x="4487418" y="1841500"/>
            <a:chExt cx="7237857" cy="657733"/>
          </a:xfrm>
        </p:grpSpPr>
        <p:sp>
          <p:nvSpPr>
            <p:cNvPr id="25" name="TextBox 25"/>
            <p:cNvSpPr txBox="1"/>
            <p:nvPr/>
          </p:nvSpPr>
          <p:spPr>
            <a:xfrm>
              <a:off x="4487418" y="1901825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7582" y="1841500"/>
              <a:ext cx="23854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[专业工具 / 方法]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41392" y="22352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[熟练使用的工具或方法]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495800" y="2486025"/>
              <a:ext cx="7229475" cy="9525"/>
            </a:xfrm>
            <a:custGeom>
              <a:avLst/>
              <a:gdLst/>
              <a:ahLst/>
              <a:cxnLst/>
              <a:rect l="l" t="t" r="r" b="b"/>
              <a:pathLst>
                <a:path w="7229475" h="9525">
                  <a:moveTo>
                    <a:pt x="0" y="0"/>
                  </a:moveTo>
                  <a:lnTo>
                    <a:pt x="72294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4" name="strength-delivery"/>
          <p:cNvGrpSpPr/>
          <p:nvPr/>
        </p:nvGrpSpPr>
        <p:grpSpPr>
          <a:xfrm>
            <a:off x="4487418" y="2622550"/>
            <a:ext cx="7237857" cy="657733"/>
            <a:chOff x="4487418" y="2622550"/>
            <a:chExt cx="7237857" cy="657733"/>
          </a:xfrm>
        </p:grpSpPr>
        <p:sp>
          <p:nvSpPr>
            <p:cNvPr id="30" name="TextBox 30"/>
            <p:cNvSpPr txBox="1"/>
            <p:nvPr/>
          </p:nvSpPr>
          <p:spPr>
            <a:xfrm>
              <a:off x="4487418" y="2682875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37582" y="2622550"/>
              <a:ext cx="23267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[协作与交付优势]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41392" y="3016250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[推动项目落地的方式]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495800" y="3267075"/>
              <a:ext cx="7229475" cy="9525"/>
            </a:xfrm>
            <a:custGeom>
              <a:avLst/>
              <a:gdLst/>
              <a:ahLst/>
              <a:cxnLst/>
              <a:rect l="l" t="t" r="r" b="b"/>
              <a:pathLst>
                <a:path w="7229475" h="9525">
                  <a:moveTo>
                    <a:pt x="0" y="0"/>
                  </a:moveTo>
                  <a:lnTo>
                    <a:pt x="72294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7" name="evidence-header"/>
          <p:cNvGrpSpPr/>
          <p:nvPr/>
        </p:nvGrpSpPr>
        <p:grpSpPr>
          <a:xfrm>
            <a:off x="4485132" y="3517900"/>
            <a:ext cx="7208520" cy="410718"/>
            <a:chOff x="4485132" y="3517900"/>
            <a:chExt cx="7208520" cy="410718"/>
          </a:xfrm>
        </p:grpSpPr>
        <p:sp>
          <p:nvSpPr>
            <p:cNvPr id="35" name="TextBox 35"/>
            <p:cNvSpPr txBox="1"/>
            <p:nvPr/>
          </p:nvSpPr>
          <p:spPr>
            <a:xfrm>
              <a:off x="4485132" y="35179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代表成果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99092" y="35972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填写真实成果，优先用数字</a:t>
              </a:r>
            </a:p>
          </p:txBody>
        </p:sp>
      </p:grpSp>
      <p:grpSp>
        <p:nvGrpSpPr>
          <p:cNvPr id="41" name="evidence-project-one"/>
          <p:cNvGrpSpPr/>
          <p:nvPr/>
        </p:nvGrpSpPr>
        <p:grpSpPr>
          <a:xfrm>
            <a:off x="4488942" y="4089400"/>
            <a:ext cx="5404161" cy="723519"/>
            <a:chOff x="4488942" y="4089400"/>
            <a:chExt cx="5404161" cy="723519"/>
          </a:xfrm>
        </p:grpSpPr>
        <p:sp>
          <p:nvSpPr>
            <p:cNvPr id="38" name="TextBox 38"/>
            <p:cNvSpPr txBox="1"/>
            <p:nvPr/>
          </p:nvSpPr>
          <p:spPr>
            <a:xfrm>
              <a:off x="4488942" y="41306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1056" y="4089400"/>
              <a:ext cx="2044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[项目 / 经历名称]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01056" y="4460875"/>
              <a:ext cx="4492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行动：[关键行动]　成果：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[结果 / 影响]</a:t>
              </a:r>
            </a:p>
          </p:txBody>
        </p:sp>
      </p:grpSp>
      <p:grpSp>
        <p:nvGrpSpPr>
          <p:cNvPr id="45" name="evidence-project-two"/>
          <p:cNvGrpSpPr/>
          <p:nvPr/>
        </p:nvGrpSpPr>
        <p:grpSpPr>
          <a:xfrm>
            <a:off x="4488942" y="5022850"/>
            <a:ext cx="5404161" cy="723519"/>
            <a:chOff x="4488942" y="5022850"/>
            <a:chExt cx="5404161" cy="723519"/>
          </a:xfrm>
        </p:grpSpPr>
        <p:sp>
          <p:nvSpPr>
            <p:cNvPr id="42" name="TextBox 42"/>
            <p:cNvSpPr txBox="1"/>
            <p:nvPr/>
          </p:nvSpPr>
          <p:spPr>
            <a:xfrm>
              <a:off x="4488942" y="50641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01056" y="5022850"/>
              <a:ext cx="2044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[项目 / 经历名称]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01056" y="5394325"/>
              <a:ext cx="4492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行动：[关键行动]　成果：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[结果 / 影响]</a:t>
              </a:r>
            </a:p>
          </p:txBody>
        </p:sp>
      </p:grpSp>
      <p:grpSp>
        <p:nvGrpSpPr>
          <p:cNvPr id="47" name="template-label"/>
          <p:cNvGrpSpPr/>
          <p:nvPr/>
        </p:nvGrpSpPr>
        <p:grpSpPr>
          <a:xfrm>
            <a:off x="451104" y="6324600"/>
            <a:ext cx="2298040" cy="234696"/>
            <a:chOff x="451104" y="6324600"/>
            <a:chExt cx="2298040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451104" y="632460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待填写模板 · 请替换方括号内容</a:t>
              </a:r>
            </a:p>
          </p:txBody>
        </p:sp>
      </p:grpSp>
      <p:grpSp>
        <p:nvGrpSpPr>
          <p:cNvPr id="51" name="contact-details"/>
          <p:cNvGrpSpPr/>
          <p:nvPr/>
        </p:nvGrpSpPr>
        <p:grpSpPr>
          <a:xfrm>
            <a:off x="4488942" y="6311900"/>
            <a:ext cx="6647783" cy="264033"/>
            <a:chOff x="4488942" y="6311900"/>
            <a:chExt cx="6647783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88942" y="6311900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邮箱：[邮箱]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0692" y="6311900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[电话 / 微信]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41942" y="6311900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[作品集 / 个人主页]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areer_intro">
  <a:themeElements>
    <a:clrScheme name="career_intro">
      <a:dk1>
        <a:srgbClr val="253B42"/>
      </a:dk1>
      <a:lt1>
        <a:srgbClr val="F6F5F0"/>
      </a:lt1>
      <a:dk2>
        <a:srgbClr val="1F497D"/>
      </a:dk2>
      <a:lt2>
        <a:srgbClr val="EDEFEA"/>
      </a:lt2>
      <a:accent1>
        <a:srgbClr val="142D37"/>
      </a:accent1>
      <a:accent2>
        <a:srgbClr val="8EE0BF"/>
      </a:accent2>
      <a:accent3>
        <a:srgbClr val="176F5A"/>
      </a:accent3>
      <a:accent4>
        <a:srgbClr val="142D37"/>
      </a:accent4>
      <a:accent5>
        <a:srgbClr val="5E7073"/>
      </a:accent5>
      <a:accent6>
        <a:srgbClr val="D2D9D5"/>
      </a:accent6>
      <a:hlink>
        <a:srgbClr val="8EE0BF"/>
      </a:hlink>
      <a:folHlink>
        <a:srgbClr val="176F5A"/>
      </a:folHlink>
    </a:clrScheme>
    <a:fontScheme name="career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areer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areer_intro">
  <a:themeElements>
    <a:clrScheme name="career_intro">
      <a:dk1>
        <a:srgbClr val="253B42"/>
      </a:dk1>
      <a:lt1>
        <a:srgbClr val="F6F5F0"/>
      </a:lt1>
      <a:dk2>
        <a:srgbClr val="1F497D"/>
      </a:dk2>
      <a:lt2>
        <a:srgbClr val="EDEFEA"/>
      </a:lt2>
      <a:accent1>
        <a:srgbClr val="142D37"/>
      </a:accent1>
      <a:accent2>
        <a:srgbClr val="8EE0BF"/>
      </a:accent2>
      <a:accent3>
        <a:srgbClr val="176F5A"/>
      </a:accent3>
      <a:accent4>
        <a:srgbClr val="142D37"/>
      </a:accent4>
      <a:accent5>
        <a:srgbClr val="5E7073"/>
      </a:accent5>
      <a:accent6>
        <a:srgbClr val="D2D9D5"/>
      </a:accent6>
      <a:hlink>
        <a:srgbClr val="8EE0BF"/>
      </a:hlink>
      <a:folHlink>
        <a:srgbClr val="176F5A"/>
      </a:folHlink>
    </a:clrScheme>
    <a:fontScheme name="career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areer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2026-10-11T08:10:36Z</dcterms:created>
  <dcterms:modified xsi:type="dcterms:W3CDTF">2026-10-11T08:10:36Z</dcterms:modified>
  <cp:category/>
  <cp:contentStatus/>
</cp:coreProperties>
</file>